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Retail KPI Intelligence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Business Analytics Project</a:t>
            </a:r>
          </a:p>
          <a:p>
            <a:r>
              <a:t>Mohan Sai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Retail company lacks centralized performance monitoring</a:t>
            </a:r>
          </a:p>
          <a:p>
            <a:pPr lvl="1"/>
            <a:r>
              <a:t>Revenue fluctuations and margin inconsistencies</a:t>
            </a:r>
          </a:p>
          <a:p>
            <a:pPr lvl="1"/>
            <a:r>
              <a:t>Customer churn affecting long-term growth</a:t>
            </a:r>
          </a:p>
          <a:p>
            <a:pPr lvl="1"/>
            <a:r>
              <a:t>Need predictive insights for strategic planning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interactive KPI dashboard</a:t>
            </a:r>
          </a:p>
          <a:p>
            <a:pPr lvl="1"/>
            <a:r>
              <a:t>Analyze revenue, profit, and customer behavior</a:t>
            </a:r>
          </a:p>
          <a:p>
            <a:pPr lvl="1"/>
            <a:r>
              <a:t>Identify product margin risks</a:t>
            </a:r>
          </a:p>
          <a:p>
            <a:pPr lvl="1"/>
            <a:r>
              <a:t>Forecast future revenue using predictive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(Pandas, Prophet)</a:t>
            </a:r>
          </a:p>
          <a:p>
            <a:pPr lvl="1"/>
            <a:r>
              <a:t>SQL (SQLite)</a:t>
            </a:r>
          </a:p>
          <a:p>
            <a:pPr lvl="1"/>
            <a:r>
              <a:t>Power BI</a:t>
            </a:r>
          </a:p>
          <a:p>
            <a:pPr lvl="1"/>
            <a:r>
              <a:t>Git &amp; 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Data → Data Cleaning (Python)</a:t>
            </a:r>
          </a:p>
          <a:p>
            <a:pPr lvl="1"/>
            <a:r>
              <a:t>Feature Engineering (CLV, Churn, Margin)</a:t>
            </a:r>
          </a:p>
          <a:p>
            <a:pPr lvl="1"/>
            <a:r>
              <a:t>SQL KPI Queries</a:t>
            </a:r>
          </a:p>
          <a:p>
            <a:pPr lvl="1"/>
            <a:r>
              <a:t>Power BI Visualization</a:t>
            </a:r>
          </a:p>
          <a:p>
            <a:pPr lvl="1"/>
            <a:r>
              <a:t>Revenue Forecast using Prophet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Dashboard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Revenue: 2.26M</a:t>
            </a:r>
          </a:p>
          <a:p>
            <a:pPr lvl="1"/>
            <a:r>
              <a:t>Total Profit: 392K</a:t>
            </a:r>
          </a:p>
          <a:p>
            <a:pPr lvl="1"/>
            <a:r>
              <a:t>Profit Margin: 17.35%</a:t>
            </a:r>
          </a:p>
          <a:p>
            <a:pPr lvl="1"/>
            <a:r>
              <a:t>Churn Rate: 25.47%</a:t>
            </a:r>
          </a:p>
          <a:p>
            <a:pPr lvl="1"/>
            <a:r>
              <a:t>Revenue trends across regions &amp; segments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Intelligence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793 Total Customers</a:t>
            </a:r>
          </a:p>
          <a:p>
            <a:pPr lvl="1"/>
            <a:r>
              <a:t>202 Churned Customers (~25%)</a:t>
            </a:r>
          </a:p>
          <a:p>
            <a:pPr lvl="1"/>
            <a:r>
              <a:t>Top customers by Lifetime Value</a:t>
            </a:r>
          </a:p>
          <a:p>
            <a:pPr lvl="1"/>
            <a:r>
              <a:t>Segment-wise revenue contribution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Performance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by category comparison</a:t>
            </a:r>
          </a:p>
          <a:p>
            <a:pPr lvl="1"/>
            <a:r>
              <a:t>Subcategory margin analysis</a:t>
            </a:r>
          </a:p>
          <a:p>
            <a:pPr lvl="1"/>
            <a:r>
              <a:t>Low margin product risk identification</a:t>
            </a:r>
          </a:p>
          <a:p>
            <a:pPr lvl="1"/>
            <a:r>
              <a:t>Top-performing products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revenue aggregated</a:t>
            </a:r>
          </a:p>
          <a:p>
            <a:pPr lvl="1"/>
            <a:r>
              <a:t>Prophet time-series forecasting model</a:t>
            </a:r>
          </a:p>
          <a:p>
            <a:pPr lvl="1"/>
            <a:r>
              <a:t>3-Month future projection</a:t>
            </a:r>
          </a:p>
          <a:p>
            <a:pPr lvl="1"/>
            <a:r>
              <a:t>Confidence intervals for strategic planning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 &amp;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executive decision-making</a:t>
            </a:r>
          </a:p>
          <a:p>
            <a:pPr lvl="1"/>
            <a:r>
              <a:t>Early identification of margin risks</a:t>
            </a:r>
          </a:p>
          <a:p>
            <a:pPr lvl="1"/>
            <a:r>
              <a:t>Customer retention insights</a:t>
            </a:r>
          </a:p>
          <a:p>
            <a:pPr lvl="1"/>
            <a:r>
              <a:t>Data-driven growth planning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 &amp; Transformation</a:t>
            </a:r>
          </a:p>
          <a:p>
            <a:pPr lvl="1"/>
            <a:r>
              <a:t>SQL Aggregations &amp; KPI Analysis</a:t>
            </a:r>
          </a:p>
          <a:p>
            <a:pPr lvl="1"/>
            <a:r>
              <a:t>Business Intelligence Dashboarding</a:t>
            </a:r>
          </a:p>
          <a:p>
            <a:pPr lvl="1"/>
            <a:r>
              <a:t>Predictive Modeling</a:t>
            </a:r>
          </a:p>
          <a:p>
            <a:pPr lvl="1"/>
            <a:r>
              <a:t>End-to-End Analytics Workflow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end-to-end analytics solution</a:t>
            </a:r>
          </a:p>
          <a:p>
            <a:pPr lvl="1"/>
            <a:r>
              <a:t>Combines BI + Predictive Modeling</a:t>
            </a:r>
          </a:p>
          <a:p>
            <a:pPr lvl="1"/>
            <a:r>
              <a:t>Industry-ready portfolio project</a:t>
            </a:r>
          </a:p>
          <a:p>
            <a:pPr lvl="1"/>
            <a:r>
              <a:t>Demonstrates real business thinking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